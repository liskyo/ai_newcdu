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D57E"/>
    <a:srgbClr val="F2D5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120" d="100"/>
          <a:sy n="120" d="100"/>
        </p:scale>
        <p:origin x="-143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53D347-D8BB-4E98-8B85-07992EE47E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936EA8C3-D9B2-422E-BBD1-AC13075ED7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CBC0606-0998-45F6-8D5C-D7E64D827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14560-07EF-4950-828C-EB5DEEBDC156}" type="datetimeFigureOut">
              <a:rPr lang="zh-TW" altLang="en-US" smtClean="0"/>
              <a:t>2026/3/6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8E226BA-F3A1-406E-BA50-03E4B449C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907A82A-42A0-4E36-9F1B-9307B4CB6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9E3C9-CA8C-4121-AC73-9BA9D283B80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141618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3D62CD9-AAC4-48E6-9E21-8AF1A9225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6211670-FF93-4F59-8625-C56623D79B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9848876-DFCA-43F5-B4B3-8290B4483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14560-07EF-4950-828C-EB5DEEBDC156}" type="datetimeFigureOut">
              <a:rPr lang="zh-TW" altLang="en-US" smtClean="0"/>
              <a:t>2026/3/6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0BBD7D1-F0BB-47FE-8BAA-FC2993AF7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1339E46-C254-417B-957C-BDE4CE34A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9E3C9-CA8C-4121-AC73-9BA9D283B80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154306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10A9DDC-05AD-4B61-8872-C129ED16DB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F841D40-AF02-4D6F-8419-95344526FA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82918C9-ACE3-4283-A5A5-AF1031827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14560-07EF-4950-828C-EB5DEEBDC156}" type="datetimeFigureOut">
              <a:rPr lang="zh-TW" altLang="en-US" smtClean="0"/>
              <a:t>2026/3/6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005DB9C-C8BA-4661-B0E3-3F36671DD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1183139-E190-4B79-824D-DD4D1BCFA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9E3C9-CA8C-4121-AC73-9BA9D283B80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391124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578CF14-59FD-4521-BFC9-EF4B26101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F74F3FA-687E-4087-86EF-965E2C1395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FA246A7-A6A9-4AD9-ABAD-6332BD47A2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2504B3D-2F82-46CA-B6E2-0F7E735C9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14560-07EF-4950-828C-EB5DEEBDC156}" type="datetimeFigureOut">
              <a:rPr lang="zh-TW" altLang="en-US" smtClean="0"/>
              <a:t>2026/3/6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8EB893A-0CAE-473D-9003-19260FC3A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BF84A1E-BBBF-4FDF-95E4-4874F6E9E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9E3C9-CA8C-4121-AC73-9BA9D283B80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672509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F32A63D-3584-49EA-A5D4-39C36930A3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606E506-C5D4-4EEE-8132-1029049630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B796C8BC-9138-496E-9F5D-7158B7D637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86FEA09A-7BDE-47B2-AB6D-0A99469250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CFE10BA7-CC9C-4B25-8ED0-CF75445652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824939ED-2200-4267-8F3B-CA7FF7D9A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14560-07EF-4950-828C-EB5DEEBDC156}" type="datetimeFigureOut">
              <a:rPr lang="zh-TW" altLang="en-US" smtClean="0"/>
              <a:t>2026/3/6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175D7F93-39B2-4843-B91D-759DE7E5B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5910FE2F-F85D-479E-BD52-16490FDCC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9E3C9-CA8C-4121-AC73-9BA9D283B80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96486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565B21D-77C3-46FD-8358-6B1B059DC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D93CB1C8-4FF4-406A-955A-302DDAC8C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14560-07EF-4950-828C-EB5DEEBDC156}" type="datetimeFigureOut">
              <a:rPr lang="zh-TW" altLang="en-US" smtClean="0"/>
              <a:t>2026/3/6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FF8965CD-EFFE-46CE-8D4D-ACB1ECBB4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C2877B29-420E-461C-B4D4-FE7106C39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9E3C9-CA8C-4121-AC73-9BA9D283B80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182480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4DB7D121-2D95-4F3D-98CA-5761DF8247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14560-07EF-4950-828C-EB5DEEBDC156}" type="datetimeFigureOut">
              <a:rPr lang="zh-TW" altLang="en-US" smtClean="0"/>
              <a:t>2026/3/6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9294E3B0-A553-435D-82C5-617981FB6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B0337C4-491C-4C3E-89FB-6854BD48A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9E3C9-CA8C-4121-AC73-9BA9D283B80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807144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6680C73-B23C-417A-BBB6-62DB84957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1522296-542B-486E-9F2C-7108C1D539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CA4FF550-0121-4E51-BBFD-ED6B98403C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6F619E0-F601-4317-B3A8-19B1D5683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14560-07EF-4950-828C-EB5DEEBDC156}" type="datetimeFigureOut">
              <a:rPr lang="zh-TW" altLang="en-US" smtClean="0"/>
              <a:t>2026/3/6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911AED6-11A3-4BA8-81D5-6B68C33CC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4C9AAC1-72C8-4CF7-8556-55027611C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9E3C9-CA8C-4121-AC73-9BA9D283B80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922300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FFF8766-A8BB-4348-AD72-3B68B507F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FF504384-6758-40F7-A9C8-D55D785496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7B8EB6B3-B6E7-4965-B60E-4FBA74009B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94A4FDE-8CC3-4070-8F32-25B829B3AE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14560-07EF-4950-828C-EB5DEEBDC156}" type="datetimeFigureOut">
              <a:rPr lang="zh-TW" altLang="en-US" smtClean="0"/>
              <a:t>2026/3/6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79B358F-877B-400C-B368-5B3B3D97F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0C38119-3FBF-4BD5-AF02-EE2FC148D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9E3C9-CA8C-4121-AC73-9BA9D283B80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08539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D31E728-A431-4515-BF83-9F771B3D6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05035BA5-712F-41CE-BE27-E3236876CF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37F9AD7-A2B2-4591-8ADB-CA2B09806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14560-07EF-4950-828C-EB5DEEBDC156}" type="datetimeFigureOut">
              <a:rPr lang="zh-TW" altLang="en-US" smtClean="0"/>
              <a:t>2026/3/6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5B5BB15-B092-4F46-BA87-F2EED0437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D3FEB71-BC0F-4F0B-B3A6-6FC6B0958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9E3C9-CA8C-4121-AC73-9BA9D283B80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4748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2E246473-F4C0-446E-95F5-19D8A42873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FBC9BB57-E54F-4B1D-B2A0-5926036451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526BFC8-F10B-400E-8C6B-1F796E0B2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14560-07EF-4950-828C-EB5DEEBDC156}" type="datetimeFigureOut">
              <a:rPr lang="zh-TW" altLang="en-US" smtClean="0"/>
              <a:t>2026/3/6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43EB4F1-9C8B-4ED6-8EE4-D1241240F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AA70F33-5C80-4357-B528-D8D2A5723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9E3C9-CA8C-4121-AC73-9BA9D283B80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510914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6AC846A5-097A-40F1-A8A6-8DBA99F5BB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87D0EDB-F85D-4062-8F8D-15407A8A70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41C0BBE-B1E6-41F5-B02B-3C512FD125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F14560-07EF-4950-828C-EB5DEEBDC156}" type="datetimeFigureOut">
              <a:rPr lang="zh-TW" altLang="en-US" smtClean="0"/>
              <a:t>2026/3/6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C09F6CB-4DC3-42DF-BDA5-BB93CB711F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6AE09EA-3D99-411D-9BEF-3B564717DD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49E3C9-CA8C-4121-AC73-9BA9D283B80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3905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microsoft.com/office/2007/relationships/hdphoto" Target="../media/hdphoto2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627FE3E1-DBCC-4989-BE57-A57A15721D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3600" y="3556000"/>
            <a:ext cx="1083734" cy="2184018"/>
          </a:xfrm>
          <a:prstGeom prst="rect">
            <a:avLst/>
          </a:prstGeom>
        </p:spPr>
      </p:pic>
      <p:sp>
        <p:nvSpPr>
          <p:cNvPr id="69" name="箭號: 向右 68">
            <a:extLst>
              <a:ext uri="{FF2B5EF4-FFF2-40B4-BE49-F238E27FC236}">
                <a16:creationId xmlns:a16="http://schemas.microsoft.com/office/drawing/2014/main" id="{DBF6C83A-FEDD-4583-8500-882152BE141F}"/>
              </a:ext>
            </a:extLst>
          </p:cNvPr>
          <p:cNvSpPr/>
          <p:nvPr/>
        </p:nvSpPr>
        <p:spPr>
          <a:xfrm>
            <a:off x="5463418" y="3615710"/>
            <a:ext cx="1723824" cy="167561"/>
          </a:xfrm>
          <a:prstGeom prst="rightArrow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8" name="箭號: 向右 67">
            <a:extLst>
              <a:ext uri="{FF2B5EF4-FFF2-40B4-BE49-F238E27FC236}">
                <a16:creationId xmlns:a16="http://schemas.microsoft.com/office/drawing/2014/main" id="{AFA9BF01-86D6-46DA-8A2D-CE766964CF70}"/>
              </a:ext>
            </a:extLst>
          </p:cNvPr>
          <p:cNvSpPr/>
          <p:nvPr/>
        </p:nvSpPr>
        <p:spPr>
          <a:xfrm rot="10800000">
            <a:off x="5463415" y="5545068"/>
            <a:ext cx="1641724" cy="167560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51" name="箭號: 向右 50">
            <a:extLst>
              <a:ext uri="{FF2B5EF4-FFF2-40B4-BE49-F238E27FC236}">
                <a16:creationId xmlns:a16="http://schemas.microsoft.com/office/drawing/2014/main" id="{5D8AD784-7ACE-42C1-83A7-F8C1B45270ED}"/>
              </a:ext>
            </a:extLst>
          </p:cNvPr>
          <p:cNvSpPr/>
          <p:nvPr/>
        </p:nvSpPr>
        <p:spPr>
          <a:xfrm rot="10800000">
            <a:off x="2065682" y="5538408"/>
            <a:ext cx="2837241" cy="177619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50" name="箭號: 向右 49">
            <a:extLst>
              <a:ext uri="{FF2B5EF4-FFF2-40B4-BE49-F238E27FC236}">
                <a16:creationId xmlns:a16="http://schemas.microsoft.com/office/drawing/2014/main" id="{45062CC7-EF1D-4AAE-89CC-17900C59C06A}"/>
              </a:ext>
            </a:extLst>
          </p:cNvPr>
          <p:cNvSpPr/>
          <p:nvPr/>
        </p:nvSpPr>
        <p:spPr>
          <a:xfrm>
            <a:off x="2065684" y="3609050"/>
            <a:ext cx="2837241" cy="167561"/>
          </a:xfrm>
          <a:prstGeom prst="rightArrow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E2E79401-BD2E-4D00-8B75-032A6E779EE1}"/>
              </a:ext>
            </a:extLst>
          </p:cNvPr>
          <p:cNvSpPr/>
          <p:nvPr/>
        </p:nvSpPr>
        <p:spPr>
          <a:xfrm>
            <a:off x="7105139" y="5394760"/>
            <a:ext cx="774359" cy="43085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571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3" name="箭號: 向右 72">
            <a:extLst>
              <a:ext uri="{FF2B5EF4-FFF2-40B4-BE49-F238E27FC236}">
                <a16:creationId xmlns:a16="http://schemas.microsoft.com/office/drawing/2014/main" id="{52E578C3-9023-43B3-9E3A-98FEFA45D421}"/>
              </a:ext>
            </a:extLst>
          </p:cNvPr>
          <p:cNvSpPr/>
          <p:nvPr/>
        </p:nvSpPr>
        <p:spPr>
          <a:xfrm rot="10800000">
            <a:off x="7903874" y="5526625"/>
            <a:ext cx="3681150" cy="172689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4B73BE36-4D6C-4D9D-90D7-740FF51F8BB6}"/>
              </a:ext>
            </a:extLst>
          </p:cNvPr>
          <p:cNvSpPr/>
          <p:nvPr/>
        </p:nvSpPr>
        <p:spPr>
          <a:xfrm>
            <a:off x="7187241" y="1883410"/>
            <a:ext cx="91711" cy="1877429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3" name="箭號: 向右 92">
            <a:extLst>
              <a:ext uri="{FF2B5EF4-FFF2-40B4-BE49-F238E27FC236}">
                <a16:creationId xmlns:a16="http://schemas.microsoft.com/office/drawing/2014/main" id="{12419858-5FE6-4734-A7A5-591AA81F0DDB}"/>
              </a:ext>
            </a:extLst>
          </p:cNvPr>
          <p:cNvSpPr/>
          <p:nvPr/>
        </p:nvSpPr>
        <p:spPr>
          <a:xfrm>
            <a:off x="7292015" y="1848823"/>
            <a:ext cx="2101526" cy="172730"/>
          </a:xfrm>
          <a:prstGeom prst="rightArrow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2" name="箭號: 向右 91">
            <a:extLst>
              <a:ext uri="{FF2B5EF4-FFF2-40B4-BE49-F238E27FC236}">
                <a16:creationId xmlns:a16="http://schemas.microsoft.com/office/drawing/2014/main" id="{E86CF9F1-D5DF-453E-9716-8896268AB6A4}"/>
              </a:ext>
            </a:extLst>
          </p:cNvPr>
          <p:cNvSpPr/>
          <p:nvPr/>
        </p:nvSpPr>
        <p:spPr>
          <a:xfrm>
            <a:off x="7278952" y="3611559"/>
            <a:ext cx="2101526" cy="172730"/>
          </a:xfrm>
          <a:prstGeom prst="rightArrow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6AEB00B9-D4C5-4872-AD80-EE75AC3AD4D4}"/>
              </a:ext>
            </a:extLst>
          </p:cNvPr>
          <p:cNvSpPr/>
          <p:nvPr/>
        </p:nvSpPr>
        <p:spPr>
          <a:xfrm>
            <a:off x="9383888" y="1902334"/>
            <a:ext cx="84578" cy="1873253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5" name="箭號: 向右 94">
            <a:extLst>
              <a:ext uri="{FF2B5EF4-FFF2-40B4-BE49-F238E27FC236}">
                <a16:creationId xmlns:a16="http://schemas.microsoft.com/office/drawing/2014/main" id="{560DF8CE-1E10-4EAA-B8F1-9B57D52C3B9A}"/>
              </a:ext>
            </a:extLst>
          </p:cNvPr>
          <p:cNvSpPr/>
          <p:nvPr/>
        </p:nvSpPr>
        <p:spPr>
          <a:xfrm>
            <a:off x="9483498" y="3048549"/>
            <a:ext cx="2101526" cy="172730"/>
          </a:xfrm>
          <a:prstGeom prst="rightArrow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FB9506CB-7FE1-4E74-99EA-FF1D111DE2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4285" y="2021553"/>
            <a:ext cx="534889" cy="534889"/>
          </a:xfrm>
          <a:prstGeom prst="rect">
            <a:avLst/>
          </a:prstGeom>
        </p:spPr>
      </p:pic>
      <p:sp>
        <p:nvSpPr>
          <p:cNvPr id="113" name="文字方塊 112">
            <a:extLst>
              <a:ext uri="{FF2B5EF4-FFF2-40B4-BE49-F238E27FC236}">
                <a16:creationId xmlns:a16="http://schemas.microsoft.com/office/drawing/2014/main" id="{F6F66ECB-9383-4ADF-AEE3-EB9993B3FE05}"/>
              </a:ext>
            </a:extLst>
          </p:cNvPr>
          <p:cNvSpPr txBox="1"/>
          <p:nvPr/>
        </p:nvSpPr>
        <p:spPr>
          <a:xfrm>
            <a:off x="7804984" y="2525522"/>
            <a:ext cx="106593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 dirty="0"/>
              <a:t>Water  Quality</a:t>
            </a:r>
            <a:endParaRPr lang="zh-TW" altLang="en-US" sz="1000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0F758F51-0A8D-4642-AE61-64A9219F952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455" b="96401" l="7198" r="77892">
                        <a14:foregroundMark x1="18252" y1="13625" x2="45758" y2="59897"/>
                        <a14:foregroundMark x1="18252" y1="17481" x2="60925" y2="45244"/>
                        <a14:foregroundMark x1="60925" y1="45244" x2="64524" y2="55013"/>
                        <a14:foregroundMark x1="66324" y1="21080" x2="69823" y2="95296"/>
                        <a14:foregroundMark x1="75810" y1="56812" x2="76607" y2="86632"/>
                        <a14:foregroundMark x1="74807" y1="19280" x2="75810" y2="56812"/>
                        <a14:foregroundMark x1="11054" y1="16710" x2="54756" y2="20308"/>
                        <a14:foregroundMark x1="19023" y1="13625" x2="63239" y2="20308"/>
                        <a14:foregroundMark x1="24422" y1="10797" x2="58355" y2="10540"/>
                        <a14:foregroundMark x1="58355" y1="10540" x2="65810" y2="10797"/>
                        <a14:foregroundMark x1="74543" y1="56812" x2="76093" y2="70694"/>
                        <a14:foregroundMark x1="69923" y1="15424" x2="74543" y2="56812"/>
                        <a14:foregroundMark x1="17224" y1="8226" x2="44473" y2="11311"/>
                        <a14:foregroundMark x1="26221" y1="8226" x2="52442" y2="11311"/>
                        <a14:foregroundMark x1="45758" y1="8226" x2="64010" y2="10026"/>
                        <a14:foregroundMark x1="59126" y1="9512" x2="69923" y2="9512"/>
                        <a14:foregroundMark x1="64010" y1="8740" x2="64010" y2="8740"/>
                        <a14:foregroundMark x1="71722" y1="7712" x2="71722" y2="7712"/>
                        <a14:foregroundMark x1="74807" y1="56812" x2="74807" y2="56812"/>
                        <a14:foregroundMark x1="77892" y1="56298" x2="77892" y2="56298"/>
                        <a14:backgroundMark x1="69923" y1="96915" x2="69923" y2="96915"/>
                        <a14:backgroundMark x1="69409" y1="97429" x2="69409" y2="97429"/>
                        <a14:backgroundMark x1="69409" y1="96401" x2="69409" y2="96401"/>
                        <a14:backgroundMark x1="70694" y1="96401" x2="70694" y2="96401"/>
                        <a14:backgroundMark x1="70437" y1="97943" x2="70437" y2="97943"/>
                        <a14:backgroundMark x1="69409" y1="95887" x2="71208" y2="96144"/>
                        <a14:backgroundMark x1="70437" y1="95630" x2="70951" y2="96915"/>
                        <a14:backgroundMark x1="69923" y1="95887" x2="69923" y2="95887"/>
                        <a14:backgroundMark x1="69666" y1="95630" x2="69666" y2="95630"/>
                        <a14:backgroundMark x1="77892" y1="56812" x2="77892" y2="5681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19760"/>
          <a:stretch/>
        </p:blipFill>
        <p:spPr>
          <a:xfrm>
            <a:off x="4053297" y="465796"/>
            <a:ext cx="1219962" cy="1520397"/>
          </a:xfrm>
          <a:prstGeom prst="rect">
            <a:avLst/>
          </a:prstGeom>
        </p:spPr>
      </p:pic>
      <p:cxnSp>
        <p:nvCxnSpPr>
          <p:cNvPr id="12" name="直線接點 11">
            <a:extLst>
              <a:ext uri="{FF2B5EF4-FFF2-40B4-BE49-F238E27FC236}">
                <a16:creationId xmlns:a16="http://schemas.microsoft.com/office/drawing/2014/main" id="{50E6A686-4246-4CA5-B7D4-E54F60978CCC}"/>
              </a:ext>
            </a:extLst>
          </p:cNvPr>
          <p:cNvCxnSpPr/>
          <p:nvPr/>
        </p:nvCxnSpPr>
        <p:spPr>
          <a:xfrm>
            <a:off x="4002830" y="817400"/>
            <a:ext cx="2044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直線接點 126">
            <a:extLst>
              <a:ext uri="{FF2B5EF4-FFF2-40B4-BE49-F238E27FC236}">
                <a16:creationId xmlns:a16="http://schemas.microsoft.com/office/drawing/2014/main" id="{A2EC2D67-CC8C-4096-BFB0-15D157157A73}"/>
              </a:ext>
            </a:extLst>
          </p:cNvPr>
          <p:cNvCxnSpPr/>
          <p:nvPr/>
        </p:nvCxnSpPr>
        <p:spPr>
          <a:xfrm>
            <a:off x="5136840" y="817400"/>
            <a:ext cx="2044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文字方塊 139">
            <a:extLst>
              <a:ext uri="{FF2B5EF4-FFF2-40B4-BE49-F238E27FC236}">
                <a16:creationId xmlns:a16="http://schemas.microsoft.com/office/drawing/2014/main" id="{BF71812B-CF02-460F-BACC-522E6499C6EB}"/>
              </a:ext>
            </a:extLst>
          </p:cNvPr>
          <p:cNvSpPr txBox="1"/>
          <p:nvPr/>
        </p:nvSpPr>
        <p:spPr>
          <a:xfrm>
            <a:off x="4335512" y="1871236"/>
            <a:ext cx="6889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400" dirty="0"/>
              <a:t>CDU</a:t>
            </a:r>
            <a:endParaRPr lang="zh-TW" altLang="en-US" sz="1400" dirty="0"/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99899296-848E-4ADA-9702-D0D1D9E6894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763" b="97885" l="3505" r="92990">
                        <a14:foregroundMark x1="30928" y1="16569" x2="60825" y2="47121"/>
                        <a14:foregroundMark x1="60825" y1="47121" x2="60825" y2="47121"/>
                        <a14:foregroundMark x1="50515" y1="1880" x2="72784" y2="44536"/>
                        <a14:foregroundMark x1="45979" y1="1763" x2="60412" y2="2703"/>
                        <a14:foregroundMark x1="58557" y1="2115" x2="62474" y2="1998"/>
                        <a14:foregroundMark x1="45979" y1="2585" x2="48247" y2="7403"/>
                        <a14:foregroundMark x1="44330" y1="1998" x2="43918" y2="1880"/>
                        <a14:foregroundMark x1="27835" y1="11046" x2="66392" y2="12573"/>
                        <a14:foregroundMark x1="14845" y1="10106" x2="52165" y2="11633"/>
                        <a14:foregroundMark x1="87835" y1="52879" x2="90722" y2="77086"/>
                        <a14:foregroundMark x1="90722" y1="77086" x2="90103" y2="78261"/>
                        <a14:foregroundMark x1="18351" y1="51939" x2="15670" y2="80376"/>
                        <a14:foregroundMark x1="15670" y1="80376" x2="15876" y2="80729"/>
                        <a14:foregroundMark x1="26186" y1="66627" x2="68454" y2="69918"/>
                        <a14:foregroundMark x1="85361" y1="56287" x2="82474" y2="64395"/>
                        <a14:foregroundMark x1="36701" y1="63690" x2="59588" y2="64160"/>
                        <a14:foregroundMark x1="59588" y1="64160" x2="72165" y2="64160"/>
                        <a14:foregroundMark x1="17526" y1="54994" x2="34021" y2="63925"/>
                        <a14:foregroundMark x1="15464" y1="53231" x2="14227" y2="60517"/>
                        <a14:foregroundMark x1="15464" y1="61222" x2="15052" y2="73208"/>
                        <a14:foregroundMark x1="15258" y1="62632" x2="15876" y2="69448"/>
                        <a14:foregroundMark x1="14227" y1="61927" x2="15258" y2="70858"/>
                        <a14:foregroundMark x1="14021" y1="70388" x2="14227" y2="84724"/>
                        <a14:foregroundMark x1="17938" y1="94125" x2="18144" y2="97297"/>
                        <a14:foregroundMark x1="21031" y1="84136" x2="36907" y2="84019"/>
                        <a14:foregroundMark x1="3711" y1="84841" x2="15464" y2="84724"/>
                        <a14:foregroundMark x1="43093" y1="75323" x2="34639" y2="80376"/>
                        <a14:foregroundMark x1="34639" y1="80376" x2="34639" y2="80494"/>
                        <a14:foregroundMark x1="39175" y1="84959" x2="56289" y2="84724"/>
                        <a14:foregroundMark x1="52577" y1="74853" x2="52990" y2="80846"/>
                        <a14:foregroundMark x1="64124" y1="73796" x2="70722" y2="79201"/>
                        <a14:foregroundMark x1="75052" y1="82961" x2="83299" y2="87544"/>
                        <a14:foregroundMark x1="85979" y1="97885" x2="92990" y2="97767"/>
                        <a14:backgroundMark x1="22887" y1="87192" x2="22887" y2="8719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976" y="3221279"/>
            <a:ext cx="1545362" cy="2711552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56D0E6C4-B32A-4335-8314-70639654A177}"/>
              </a:ext>
            </a:extLst>
          </p:cNvPr>
          <p:cNvSpPr/>
          <p:nvPr/>
        </p:nvSpPr>
        <p:spPr>
          <a:xfrm>
            <a:off x="4207265" y="1084521"/>
            <a:ext cx="929575" cy="786711"/>
          </a:xfrm>
          <a:prstGeom prst="rect">
            <a:avLst/>
          </a:prstGeom>
          <a:solidFill>
            <a:srgbClr val="F2D57F"/>
          </a:solidFill>
          <a:ln>
            <a:solidFill>
              <a:srgbClr val="F3D57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084241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442</TotalTime>
  <Words>3</Words>
  <Application>Microsoft Office PowerPoint</Application>
  <PresentationFormat>寬螢幕</PresentationFormat>
  <Paragraphs>2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佈景主題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Sky.lo 羅啓銘</dc:creator>
  <cp:lastModifiedBy>Sky.lo 羅啓銘</cp:lastModifiedBy>
  <cp:revision>22</cp:revision>
  <dcterms:created xsi:type="dcterms:W3CDTF">2026-02-02T08:24:47Z</dcterms:created>
  <dcterms:modified xsi:type="dcterms:W3CDTF">2026-03-06T07:40:15Z</dcterms:modified>
</cp:coreProperties>
</file>