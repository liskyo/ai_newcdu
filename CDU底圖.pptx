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3D347-D8BB-4E98-8B85-07992EE4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6EA8C3-D9B2-422E-BBD1-AC13075ED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C0606-0998-45F6-8D5C-D7E64D82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E226BA-F3A1-406E-BA50-03E4B449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07A82A-42A0-4E36-9F1B-9307B4CB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16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62CD9-AAC4-48E6-9E21-8AF1A922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211670-FF93-4F59-8625-C56623D79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48876-DFCA-43F5-B4B3-8290B448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BBD7D1-F0BB-47FE-8BAA-FC2993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339E46-C254-417B-957C-BDE4CE34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43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0A9DDC-05AD-4B61-8872-C129ED16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841D40-AF02-4D6F-8419-95344526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2918C9-ACE3-4283-A5A5-AF10318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05DB9C-C8BA-4661-B0E3-3F36671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183139-E190-4B79-824D-DD4D1BCF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11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8CF14-59FD-4521-BFC9-EF4B2610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4F3FA-687E-4087-86EF-965E2C139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A246A7-A6A9-4AD9-ABAD-6332BD47A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504B3D-2F82-46CA-B6E2-0F7E735C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EB893A-0CAE-473D-9003-19260FC3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F84A1E-BBBF-4FDF-95E4-4874F6E9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25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2A63D-3584-49EA-A5D4-39C36930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6E506-C5D4-4EEE-8132-102904963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96C8BC-9138-496E-9F5D-7158B7D63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6FEA09A-7BDE-47B2-AB6D-0A9946925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FE10BA7-CC9C-4B25-8ED0-CF7544565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24939ED-2200-4267-8F3B-CA7FF7D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5D7F93-39B2-4843-B91D-759DE7E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910FE2F-F85D-479E-BD52-16490FDC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5B21D-77C3-46FD-8358-6B1B059D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3CB1C8-4FF4-406A-955A-302DDAC8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F8965CD-EFFE-46CE-8D4D-ACB1ECBB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877B29-420E-461C-B4D4-FE7106C3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24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DB7D121-2D95-4F3D-98CA-5761DF82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94E3B0-A553-435D-82C5-617981FB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7C4-491C-4C3E-89FB-6854BD48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7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680C73-B23C-417A-BBB6-62DB8495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22296-542B-486E-9F2C-7108C1D5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4FF550-0121-4E51-BBFD-ED6B98403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F619E0-F601-4317-B3A8-19B1D56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11AED6-11A3-4BA8-81D5-6B68C33C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9AAC1-72C8-4CF7-8556-5502761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23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8766-A8BB-4348-AD72-3B68B507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F504384-6758-40F7-A9C8-D55D78549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8EB6B3-B6E7-4965-B60E-4FBA74009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A4FDE-8CC3-4070-8F32-25B829B3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9B358F-877B-400C-B368-5B3B3D97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C38119-3FBF-4BD5-AF02-EE2FC148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5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1E728-A431-4515-BF83-9F771B3D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35BA5-712F-41CE-BE27-E3236876C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F9AD7-A2B2-4591-8ADB-CA2B0980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B5BB15-B092-4F46-BA87-F2EED043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FEB71-BC0F-4F0B-B3A6-6FC6B095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246473-F4C0-446E-95F5-19D8A4287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C9BB57-E54F-4B1D-B2A0-592603645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6BFC8-F10B-400E-8C6B-1F796E0B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3EB4F1-9C8B-4ED6-8EE4-D1241240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0F33-5C80-4357-B528-D8D2A572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09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AC846A5-097A-40F1-A8A6-8DBA99F5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7D0EDB-F85D-4062-8F8D-15407A8A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1C0BBE-B1E6-41F5-B02B-3C512FD12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9F6CB-4DC3-42DF-BDA5-BB93CB711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AE09EA-3D99-411D-9BEF-3B564717D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27FE3E1-DBCC-4989-BE57-A57A15721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3556000"/>
            <a:ext cx="1083734" cy="2184018"/>
          </a:xfrm>
          <a:prstGeom prst="rect">
            <a:avLst/>
          </a:prstGeom>
        </p:spPr>
      </p:pic>
      <p:sp>
        <p:nvSpPr>
          <p:cNvPr id="69" name="箭號: 向右 68">
            <a:extLst>
              <a:ext uri="{FF2B5EF4-FFF2-40B4-BE49-F238E27FC236}">
                <a16:creationId xmlns:a16="http://schemas.microsoft.com/office/drawing/2014/main" id="{DBF6C83A-FEDD-4583-8500-882152BE141F}"/>
              </a:ext>
            </a:extLst>
          </p:cNvPr>
          <p:cNvSpPr/>
          <p:nvPr/>
        </p:nvSpPr>
        <p:spPr>
          <a:xfrm>
            <a:off x="5463418" y="3615710"/>
            <a:ext cx="1723824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箭號: 向右 67">
            <a:extLst>
              <a:ext uri="{FF2B5EF4-FFF2-40B4-BE49-F238E27FC236}">
                <a16:creationId xmlns:a16="http://schemas.microsoft.com/office/drawing/2014/main" id="{AFA9BF01-86D6-46DA-8A2D-CE766964CF70}"/>
              </a:ext>
            </a:extLst>
          </p:cNvPr>
          <p:cNvSpPr/>
          <p:nvPr/>
        </p:nvSpPr>
        <p:spPr>
          <a:xfrm rot="10800000">
            <a:off x="5463415" y="5545068"/>
            <a:ext cx="1641724" cy="16756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1" name="箭號: 向右 50">
            <a:extLst>
              <a:ext uri="{FF2B5EF4-FFF2-40B4-BE49-F238E27FC236}">
                <a16:creationId xmlns:a16="http://schemas.microsoft.com/office/drawing/2014/main" id="{5D8AD784-7ACE-42C1-83A7-F8C1B45270ED}"/>
              </a:ext>
            </a:extLst>
          </p:cNvPr>
          <p:cNvSpPr/>
          <p:nvPr/>
        </p:nvSpPr>
        <p:spPr>
          <a:xfrm rot="10800000">
            <a:off x="2065682" y="5538408"/>
            <a:ext cx="2837241" cy="1776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0" name="箭號: 向右 49">
            <a:extLst>
              <a:ext uri="{FF2B5EF4-FFF2-40B4-BE49-F238E27FC236}">
                <a16:creationId xmlns:a16="http://schemas.microsoft.com/office/drawing/2014/main" id="{45062CC7-EF1D-4AAE-89CC-17900C59C06A}"/>
              </a:ext>
            </a:extLst>
          </p:cNvPr>
          <p:cNvSpPr/>
          <p:nvPr/>
        </p:nvSpPr>
        <p:spPr>
          <a:xfrm>
            <a:off x="2065684" y="3609050"/>
            <a:ext cx="2837241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2E79401-BD2E-4D00-8B75-032A6E779EE1}"/>
              </a:ext>
            </a:extLst>
          </p:cNvPr>
          <p:cNvSpPr/>
          <p:nvPr/>
        </p:nvSpPr>
        <p:spPr>
          <a:xfrm>
            <a:off x="7105139" y="5394760"/>
            <a:ext cx="774359" cy="4308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箭號: 向右 72">
            <a:extLst>
              <a:ext uri="{FF2B5EF4-FFF2-40B4-BE49-F238E27FC236}">
                <a16:creationId xmlns:a16="http://schemas.microsoft.com/office/drawing/2014/main" id="{52E578C3-9023-43B3-9E3A-98FEFA45D421}"/>
              </a:ext>
            </a:extLst>
          </p:cNvPr>
          <p:cNvSpPr/>
          <p:nvPr/>
        </p:nvSpPr>
        <p:spPr>
          <a:xfrm rot="10800000">
            <a:off x="7903874" y="5526625"/>
            <a:ext cx="3681150" cy="17268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B73BE36-4D6C-4D9D-90D7-740FF51F8BB6}"/>
              </a:ext>
            </a:extLst>
          </p:cNvPr>
          <p:cNvSpPr/>
          <p:nvPr/>
        </p:nvSpPr>
        <p:spPr>
          <a:xfrm>
            <a:off x="7187241" y="1883410"/>
            <a:ext cx="91711" cy="18774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箭號: 向右 92">
            <a:extLst>
              <a:ext uri="{FF2B5EF4-FFF2-40B4-BE49-F238E27FC236}">
                <a16:creationId xmlns:a16="http://schemas.microsoft.com/office/drawing/2014/main" id="{12419858-5FE6-4734-A7A5-591AA81F0DDB}"/>
              </a:ext>
            </a:extLst>
          </p:cNvPr>
          <p:cNvSpPr/>
          <p:nvPr/>
        </p:nvSpPr>
        <p:spPr>
          <a:xfrm>
            <a:off x="7292015" y="1848823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E86CF9F1-D5DF-453E-9716-8896268AB6A4}"/>
              </a:ext>
            </a:extLst>
          </p:cNvPr>
          <p:cNvSpPr/>
          <p:nvPr/>
        </p:nvSpPr>
        <p:spPr>
          <a:xfrm>
            <a:off x="7278952" y="361155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AEB00B9-D4C5-4872-AD80-EE75AC3AD4D4}"/>
              </a:ext>
            </a:extLst>
          </p:cNvPr>
          <p:cNvSpPr/>
          <p:nvPr/>
        </p:nvSpPr>
        <p:spPr>
          <a:xfrm>
            <a:off x="9383888" y="1902334"/>
            <a:ext cx="84578" cy="187325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箭號: 向右 94">
            <a:extLst>
              <a:ext uri="{FF2B5EF4-FFF2-40B4-BE49-F238E27FC236}">
                <a16:creationId xmlns:a16="http://schemas.microsoft.com/office/drawing/2014/main" id="{560DF8CE-1E10-4EAA-B8F1-9B57D52C3B9A}"/>
              </a:ext>
            </a:extLst>
          </p:cNvPr>
          <p:cNvSpPr/>
          <p:nvPr/>
        </p:nvSpPr>
        <p:spPr>
          <a:xfrm>
            <a:off x="9483498" y="304854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9506CB-7FE1-4E74-99EA-FF1D111DE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85" y="2021553"/>
            <a:ext cx="534889" cy="534889"/>
          </a:xfrm>
          <a:prstGeom prst="rect">
            <a:avLst/>
          </a:prstGeom>
        </p:spPr>
      </p:pic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6F66ECB-9383-4ADF-AEE3-EB9993B3FE05}"/>
              </a:ext>
            </a:extLst>
          </p:cNvPr>
          <p:cNvSpPr txBox="1"/>
          <p:nvPr/>
        </p:nvSpPr>
        <p:spPr>
          <a:xfrm>
            <a:off x="7804984" y="2525522"/>
            <a:ext cx="106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Water  Quality</a:t>
            </a:r>
            <a:endParaRPr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F758F51-0A8D-4642-AE61-64A9219F95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55" b="96401" l="7198" r="77892">
                        <a14:foregroundMark x1="18252" y1="13625" x2="45758" y2="59897"/>
                        <a14:foregroundMark x1="18252" y1="17481" x2="60925" y2="45244"/>
                        <a14:foregroundMark x1="60925" y1="45244" x2="64524" y2="55013"/>
                        <a14:foregroundMark x1="66324" y1="21080" x2="69823" y2="95296"/>
                        <a14:foregroundMark x1="75810" y1="56812" x2="76607" y2="86632"/>
                        <a14:foregroundMark x1="74807" y1="19280" x2="75810" y2="56812"/>
                        <a14:foregroundMark x1="11054" y1="16710" x2="54756" y2="20308"/>
                        <a14:foregroundMark x1="19023" y1="13625" x2="63239" y2="20308"/>
                        <a14:foregroundMark x1="24422" y1="10797" x2="58355" y2="10540"/>
                        <a14:foregroundMark x1="58355" y1="10540" x2="65810" y2="10797"/>
                        <a14:foregroundMark x1="74543" y1="56812" x2="76093" y2="70694"/>
                        <a14:foregroundMark x1="69923" y1="15424" x2="74543" y2="56812"/>
                        <a14:foregroundMark x1="17224" y1="8226" x2="44473" y2="11311"/>
                        <a14:foregroundMark x1="26221" y1="8226" x2="52442" y2="11311"/>
                        <a14:foregroundMark x1="45758" y1="8226" x2="64010" y2="10026"/>
                        <a14:foregroundMark x1="59126" y1="9512" x2="69923" y2="9512"/>
                        <a14:foregroundMark x1="64010" y1="8740" x2="64010" y2="8740"/>
                        <a14:foregroundMark x1="71722" y1="7712" x2="71722" y2="7712"/>
                        <a14:foregroundMark x1="74807" y1="56812" x2="74807" y2="56812"/>
                        <a14:foregroundMark x1="77892" y1="56298" x2="77892" y2="56298"/>
                        <a14:backgroundMark x1="69923" y1="96915" x2="69923" y2="96915"/>
                        <a14:backgroundMark x1="69409" y1="97429" x2="69409" y2="97429"/>
                        <a14:backgroundMark x1="69409" y1="96401" x2="69409" y2="96401"/>
                        <a14:backgroundMark x1="70694" y1="96401" x2="70694" y2="96401"/>
                        <a14:backgroundMark x1="70437" y1="97943" x2="70437" y2="97943"/>
                        <a14:backgroundMark x1="69409" y1="95887" x2="71208" y2="96144"/>
                        <a14:backgroundMark x1="70437" y1="95630" x2="70951" y2="96915"/>
                        <a14:backgroundMark x1="69923" y1="95887" x2="69923" y2="95887"/>
                        <a14:backgroundMark x1="69666" y1="95630" x2="69666" y2="95630"/>
                        <a14:backgroundMark x1="77892" y1="56812" x2="77892" y2="56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9760"/>
          <a:stretch/>
        </p:blipFill>
        <p:spPr>
          <a:xfrm>
            <a:off x="4053297" y="465796"/>
            <a:ext cx="1219962" cy="1520397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E6A686-4246-4CA5-B7D4-E54F60978CCC}"/>
              </a:ext>
            </a:extLst>
          </p:cNvPr>
          <p:cNvCxnSpPr/>
          <p:nvPr/>
        </p:nvCxnSpPr>
        <p:spPr>
          <a:xfrm>
            <a:off x="400283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A2EC2D67-CC8C-4096-BFB0-15D157157A73}"/>
              </a:ext>
            </a:extLst>
          </p:cNvPr>
          <p:cNvCxnSpPr/>
          <p:nvPr/>
        </p:nvCxnSpPr>
        <p:spPr>
          <a:xfrm>
            <a:off x="513684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BF71812B-CF02-460F-BACC-522E6499C6EB}"/>
              </a:ext>
            </a:extLst>
          </p:cNvPr>
          <p:cNvSpPr txBox="1"/>
          <p:nvPr/>
        </p:nvSpPr>
        <p:spPr>
          <a:xfrm>
            <a:off x="4335512" y="1871236"/>
            <a:ext cx="68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Tank1</a:t>
            </a:r>
            <a:endParaRPr lang="zh-TW" altLang="en-US" sz="1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9899296-848E-4ADA-9702-D0D1D9E689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63" b="97885" l="3505" r="92990">
                        <a14:foregroundMark x1="30928" y1="16569" x2="60825" y2="47121"/>
                        <a14:foregroundMark x1="60825" y1="47121" x2="60825" y2="47121"/>
                        <a14:foregroundMark x1="50515" y1="1880" x2="72784" y2="44536"/>
                        <a14:foregroundMark x1="45979" y1="1763" x2="60412" y2="2703"/>
                        <a14:foregroundMark x1="58557" y1="2115" x2="62474" y2="1998"/>
                        <a14:foregroundMark x1="45979" y1="2585" x2="48247" y2="7403"/>
                        <a14:foregroundMark x1="44330" y1="1998" x2="43918" y2="1880"/>
                        <a14:foregroundMark x1="27835" y1="11046" x2="66392" y2="12573"/>
                        <a14:foregroundMark x1="14845" y1="10106" x2="52165" y2="11633"/>
                        <a14:foregroundMark x1="87835" y1="52879" x2="90722" y2="77086"/>
                        <a14:foregroundMark x1="90722" y1="77086" x2="90103" y2="78261"/>
                        <a14:foregroundMark x1="18351" y1="51939" x2="15670" y2="80376"/>
                        <a14:foregroundMark x1="15670" y1="80376" x2="15876" y2="80729"/>
                        <a14:foregroundMark x1="26186" y1="66627" x2="68454" y2="69918"/>
                        <a14:foregroundMark x1="85361" y1="56287" x2="82474" y2="64395"/>
                        <a14:foregroundMark x1="36701" y1="63690" x2="59588" y2="64160"/>
                        <a14:foregroundMark x1="59588" y1="64160" x2="72165" y2="64160"/>
                        <a14:foregroundMark x1="17526" y1="54994" x2="34021" y2="63925"/>
                        <a14:foregroundMark x1="15464" y1="53231" x2="14227" y2="60517"/>
                        <a14:foregroundMark x1="15464" y1="61222" x2="15052" y2="73208"/>
                        <a14:foregroundMark x1="15258" y1="62632" x2="15876" y2="69448"/>
                        <a14:foregroundMark x1="14227" y1="61927" x2="15258" y2="70858"/>
                        <a14:foregroundMark x1="14021" y1="70388" x2="14227" y2="84724"/>
                        <a14:foregroundMark x1="17938" y1="94125" x2="18144" y2="97297"/>
                        <a14:foregroundMark x1="21031" y1="84136" x2="36907" y2="84019"/>
                        <a14:foregroundMark x1="3711" y1="84841" x2="15464" y2="84724"/>
                        <a14:foregroundMark x1="43093" y1="75323" x2="34639" y2="80376"/>
                        <a14:foregroundMark x1="34639" y1="80376" x2="34639" y2="80494"/>
                        <a14:foregroundMark x1="39175" y1="84959" x2="56289" y2="84724"/>
                        <a14:foregroundMark x1="52577" y1="74853" x2="52990" y2="80846"/>
                        <a14:foregroundMark x1="64124" y1="73796" x2="70722" y2="79201"/>
                        <a14:foregroundMark x1="75052" y1="82961" x2="83299" y2="87544"/>
                        <a14:foregroundMark x1="85979" y1="97885" x2="92990" y2="97767"/>
                        <a14:backgroundMark x1="22887" y1="87192" x2="22887" y2="87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6" y="3221279"/>
            <a:ext cx="1545362" cy="27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2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3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Sky.lo 羅啓銘</dc:creator>
  <cp:lastModifiedBy>Sky.lo 羅啓銘</cp:lastModifiedBy>
  <cp:revision>21</cp:revision>
  <dcterms:created xsi:type="dcterms:W3CDTF">2026-02-02T08:24:47Z</dcterms:created>
  <dcterms:modified xsi:type="dcterms:W3CDTF">2026-02-04T05:11:48Z</dcterms:modified>
</cp:coreProperties>
</file>